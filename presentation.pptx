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新闻编辑研究助理；检索支持则引用文档编号，否则明确拒绝。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3/3 命中并解释 psp_launch 同时召回 article-1837 与 1946。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31917"/>
                </a:solidFill>
                <a:latin typeface="Microsoft YaHei"/>
              </a:rPr>
              <a:t>THE ARCHIVE  ·  BBC RETRIEVAL  ·  2004-2005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0515600" cy="2743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91056"/>
            <a:ext cx="10515600" cy="27432"/>
          </a:xfrm>
          <a:prstGeom prst="rect">
            <a:avLst/>
          </a:prstGeom>
          <a:solidFill>
            <a:srgbClr val="B3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D1D1D"/>
                </a:solidFill>
                <a:latin typeface="Microsoft YaHei"/>
              </a:rPr>
              <a:t>BBC 档案检索：有据才答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10515600" cy="2743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D1D1D"/>
                </a:solidFill>
                <a:latin typeface="Microsoft YaHei"/>
              </a:rPr>
              <a:t>新闻编辑研究助理需要从 2,225 篇真实 BBC 文章中检索证据，支持时引用文档编号，无支持时明确拒绝。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31917"/>
                </a:solidFill>
                <a:latin typeface="Microsoft YaHei"/>
              </a:rPr>
              <a:t>D4 · 2,225 篇真实文章 · 有据才答，无据即拒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D1D1D"/>
                </a:solidFill>
                <a:latin typeface="Microsoft YaHei"/>
              </a:rPr>
              <a:t>方法  |  真实输入 · 简单基线 · 一步候选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0515600" cy="2743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31917"/>
                </a:solidFill>
                <a:latin typeface="Microsoft YaHei"/>
              </a:rPr>
              <a:t>真实输入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Kaggle BBC News Archive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2,225 篇文章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5 个类别 · TF-IDF 向量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text + category 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371600"/>
            <a:ext cx="27432" cy="4206240"/>
          </a:xfrm>
          <a:prstGeom prst="rect">
            <a:avLst/>
          </a:prstGeom>
          <a:solidFill>
            <a:srgbClr val="9A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31917"/>
                </a:solidFill>
                <a:latin typeface="Microsoft YaHei"/>
              </a:rPr>
              <a:t>简单基线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无模型 TF-IDF 检索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余弦相似度排序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top-4 固定问题检查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3 个评估问题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371600"/>
            <a:ext cx="27432" cy="4206240"/>
          </a:xfrm>
          <a:prstGeom prst="rect">
            <a:avLst/>
          </a:prstGeom>
          <a:solidFill>
            <a:srgbClr val="9A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31917"/>
                </a:solidFill>
                <a:latin typeface="Microsoft YaHei"/>
              </a:rPr>
              <a:t>候选方法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ArchiveIndex.search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问题向量化 → 相似度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降序取 top-k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D"/>
                </a:solidFill>
                <a:latin typeface="Microsoft YaHei"/>
              </a:rPr>
              <a:t>返回 (文章, 分数)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852160"/>
            <a:ext cx="10515600" cy="2743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TF-IDF 向量 + 余弦相似度排序；评估固定三个问题，top-4 命中 3/3。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D1D1D"/>
                </a:solidFill>
                <a:latin typeface="Microsoft YaHei"/>
              </a:rPr>
              <a:t>一条最重要的证据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0515600" cy="2743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6766560" cy="4572000"/>
          </a:xfrm>
          <a:prstGeom prst="rect">
            <a:avLst/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8B04A"/>
                </a:solidFill>
                <a:latin typeface="Microsoft YaHei"/>
              </a:rPr>
              <a:t>主指标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6035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retrieval_recall@4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3/3 固定问题通过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musician / psp / virus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PSP 双文档命中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A9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31917"/>
                </a:solidFill>
                <a:latin typeface="Microsoft YaHei"/>
              </a:rPr>
              <a:t>真实案例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PSP 问题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article-1837 与 1946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相似度 0.192 / 0.184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引用可追溯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D1D1D"/>
                </a:solidFill>
                <a:latin typeface="Microsoft YaHei"/>
              </a:rPr>
              <a:t>短讯  |  失败 · 限制 · 下一检查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0515600" cy="2743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463040" cy="45720"/>
          </a:xfrm>
          <a:prstGeom prst="rect">
            <a:avLst/>
          </a:prstGeom>
          <a:solidFill>
            <a:srgbClr val="B3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1D1D"/>
                </a:solidFill>
                <a:latin typeface="Microsoft YaHei"/>
              </a:rPr>
              <a:t>一个真实失败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2024 奥运问题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只检索到 2004 文章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相似度 ≤0.13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必须明确拒绝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463040"/>
            <a:ext cx="27432" cy="4480560"/>
          </a:xfrm>
          <a:prstGeom prst="rect">
            <a:avLst/>
          </a:prstGeom>
          <a:solidFill>
            <a:srgbClr val="9A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1463040" cy="45720"/>
          </a:xfrm>
          <a:prstGeom prst="rect">
            <a:avLst/>
          </a:prstGeom>
          <a:solidFill>
            <a:srgbClr val="B3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1D1D"/>
                </a:solidFill>
                <a:latin typeface="Microsoft YaHei"/>
              </a:rPr>
              <a:t>证据不支持什么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TF-IDF 只认词重叠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档案外问题拒绝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文章文字不是指令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463040"/>
            <a:ext cx="27432" cy="4480560"/>
          </a:xfrm>
          <a:prstGeom prst="rect">
            <a:avLst/>
          </a:prstGeom>
          <a:solidFill>
            <a:srgbClr val="9A9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463040"/>
            <a:ext cx="1463040" cy="45720"/>
          </a:xfrm>
          <a:prstGeom prst="rect">
            <a:avLst/>
          </a:prstGeom>
          <a:solidFill>
            <a:srgbClr val="B3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1D1D"/>
                </a:solidFill>
                <a:latin typeface="Microsoft YaHei"/>
              </a:rPr>
              <a:t>下一项最小检查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更多无支持问题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年代边界判断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D"/>
                </a:solidFill>
                <a:latin typeface="Microsoft YaHei"/>
              </a:rPr>
              <a:t>引用一致性校验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309360"/>
            <a:ext cx="10515600" cy="2743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B31917"/>
                </a:solidFill>
                <a:latin typeface="Microsoft YaHei"/>
              </a:rPr>
              <a:t>文章文字只是资料，不是指令；不编造档案外答案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